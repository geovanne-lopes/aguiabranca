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D4E3"/>
                </a:solidFill>
                <a:latin typeface="Calibri"/>
              </a:rPr>
              <a:t>FIAP · Challenge Águia Branca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Sprint 2 — Backend + App integrado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Gestão de inovação corporativa · Java 21 / Spring Boot / MongoDB · Android</a:t>
            </a:r>
          </a:p>
          <a:p>
            <a:r>
              <a:rPr sz="1400" b="0">
                <a:solidFill>
                  <a:srgbClr val="B8D4E3"/>
                </a:solidFill>
                <a:latin typeface="Calibri"/>
              </a:rPr>
              <a:t>Alexandro dos Santos Silva  ·  RM 562691</a:t>
            </a:r>
          </a:p>
          <a:p>
            <a:r>
              <a:rPr sz="1400" b="0">
                <a:solidFill>
                  <a:srgbClr val="B8D4E3"/>
                </a:solidFill>
                <a:latin typeface="Calibri"/>
              </a:rPr>
              <a:t>Francielly Menezes  ·  RM 566492</a:t>
            </a:r>
          </a:p>
          <a:p>
            <a:r>
              <a:rPr sz="1400" b="0">
                <a:solidFill>
                  <a:srgbClr val="B8D4E3"/>
                </a:solidFill>
                <a:latin typeface="Calibri"/>
              </a:rPr>
              <a:t>Gabriel Assis Lopes  ·  RM 563921</a:t>
            </a:r>
          </a:p>
          <a:p>
            <a:r>
              <a:rPr sz="1400" b="0">
                <a:solidFill>
                  <a:srgbClr val="B8D4E3"/>
                </a:solidFill>
                <a:latin typeface="Calibri"/>
              </a:rPr>
              <a:t>Geovanne Valente Lopes  ·  RM 562922</a:t>
            </a:r>
          </a:p>
          <a:p>
            <a:r>
              <a:rPr sz="1400" b="0">
                <a:solidFill>
                  <a:srgbClr val="B8D4E3"/>
                </a:solidFill>
                <a:latin typeface="Calibri"/>
              </a:rPr>
              <a:t>João Victor Nastri Rodolpho Alves  ·  RM 562483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Integrantes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430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41148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RM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Alexandro dos Santos Silva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RM 562691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Francielly Menezes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RM 566492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Gabriel Assis Lopes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RM 563921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Geovanne Valente Lopes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RM 562922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João Victor Nastri Rodolpho Alves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RM 562483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O que entregamos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API real em Java 21 + Spring Boot 3.4 + Spring Security + JWT (access 1h, refresh 7d).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Persistência MongoDB (Spring Data MongoDB). O enunciado pede NoSQL; JPA não se aplica.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App Android (Kotlin, Compose, Koin, Retrofit) consome /api/v1 — sem FakerAPI no login.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Três papéis: OPERATOR, MANAGER, LEADER. A UI esconde o botão; o 403 é no servidor.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Plus de IA: Google Gemini gera insight interpretativo do dashboard, só para o líder.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Chat de colaboradores permanece mock local. Não há endpoint de chat.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Arquitetura do 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3291840" cy="1371600"/>
          </a:xfrm>
          <a:prstGeom prst="rect">
            <a:avLst/>
          </a:prstGeom>
          <a:solidFill>
            <a:srgbClr val="F4F7FA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2B4A"/>
                </a:solidFill>
                <a:latin typeface="Calibri"/>
              </a:rPr>
              <a:t>App Android</a:t>
            </a:r>
          </a:p>
          <a:p>
            <a:r>
              <a:rPr sz="1200" b="0">
                <a:solidFill>
                  <a:srgbClr val="444444"/>
                </a:solidFill>
                <a:latin typeface="Calibri"/>
              </a:rPr>
              <a:t>Compose · Retrofit · JWT
DataStore (tokens)
Emulador → 10.0.2.2:8080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097280"/>
            <a:ext cx="3474720" cy="1371600"/>
          </a:xfrm>
          <a:prstGeom prst="rect">
            <a:avLst/>
          </a:prstGeom>
          <a:solidFill>
            <a:srgbClr val="F4F7FA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2B4A"/>
                </a:solidFill>
                <a:latin typeface="Calibri"/>
              </a:rPr>
              <a:t>API Spring Boot</a:t>
            </a:r>
          </a:p>
          <a:p>
            <a:r>
              <a:rPr sz="1200" b="0">
                <a:solidFill>
                  <a:srgbClr val="444444"/>
                </a:solidFill>
                <a:latin typeface="Calibri"/>
              </a:rPr>
              <a:t>Controllers /api/v1
Services · @PreAuthorize
OpenAPI / Swagger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0" y="1097280"/>
            <a:ext cx="3200400" cy="1371600"/>
          </a:xfrm>
          <a:prstGeom prst="rect">
            <a:avLst/>
          </a:prstGeom>
          <a:solidFill>
            <a:srgbClr val="F4F7FA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2B4A"/>
                </a:solidFill>
                <a:latin typeface="Calibri"/>
              </a:rPr>
              <a:t>MongoDB</a:t>
            </a:r>
          </a:p>
          <a:p>
            <a:r>
              <a:rPr sz="1200" b="0">
                <a:solidFill>
                  <a:srgbClr val="444444"/>
                </a:solidFill>
                <a:latin typeface="Calibri"/>
              </a:rPr>
              <a:t>users · guidelines
ideas · projects
ai_insights ·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017520"/>
            <a:ext cx="3291840" cy="1371600"/>
          </a:xfrm>
          <a:prstGeom prst="rect">
            <a:avLst/>
          </a:prstGeom>
          <a:solidFill>
            <a:srgbClr val="F4F7FA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2B4A"/>
                </a:solidFill>
                <a:latin typeface="Calibri"/>
              </a:rPr>
              <a:t>Auth</a:t>
            </a:r>
          </a:p>
          <a:p>
            <a:r>
              <a:rPr sz="1200" b="0">
                <a:solidFill>
                  <a:srgbClr val="444444"/>
                </a:solidFill>
                <a:latin typeface="Calibri"/>
              </a:rPr>
              <a:t>BCrypt · JWT
refresh 7 dias
roles no 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017520"/>
            <a:ext cx="3474720" cy="1371600"/>
          </a:xfrm>
          <a:prstGeom prst="rect">
            <a:avLst/>
          </a:prstGeom>
          <a:solidFill>
            <a:srgbClr val="F4F7FA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2B4A"/>
                </a:solidFill>
                <a:latin typeface="Calibri"/>
              </a:rPr>
              <a:t>Módulos</a:t>
            </a:r>
          </a:p>
          <a:p>
            <a:r>
              <a:rPr sz="1200" b="0">
                <a:solidFill>
                  <a:srgbClr val="444444"/>
                </a:solidFill>
                <a:latin typeface="Calibri"/>
              </a:rPr>
              <a:t>auth · user · guideline
idea · project · dashboard
ai · insight · suggestion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3017520"/>
            <a:ext cx="3200400" cy="1371600"/>
          </a:xfrm>
          <a:prstGeom prst="rect">
            <a:avLst/>
          </a:prstGeom>
          <a:solidFill>
            <a:srgbClr val="F4F7FA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2B4A"/>
                </a:solidFill>
                <a:latin typeface="Calibri"/>
              </a:rPr>
              <a:t>Externos</a:t>
            </a:r>
          </a:p>
          <a:p>
            <a:r>
              <a:rPr sz="1200" b="0">
                <a:solidFill>
                  <a:srgbClr val="444444"/>
                </a:solidFill>
                <a:latin typeface="Calibri"/>
              </a:rPr>
              <a:t>Gemini 3.6 Flash
AdviceSlip (proxy)
chave só em 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Fluxo: o app nunca fala com Gemini nem com AdviceSlip. Só a API chama serviços externos. ROI e totais do dashboard são calculados no servidor (America/Sao_Paulo). O Android só renderiza o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Papéis (403 no servidor)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21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94560"/>
                <a:gridCol w="2286000"/>
                <a:gridCol w="22860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Capacidade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Operador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Gestor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Líder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Login JWT /auth/login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Ler diretrizes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CRUD diretriz + histórico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Criar ideia (com guidelineId)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Editar/apagar ideia PENDING própria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Aprovar / priorizar / rejeitar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CRUD 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 (só lê)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Dashboard / retorno por estratégia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gestor próprio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Gerar insight 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Contrato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Base: http://localhost:8080  ·  prefixo /api/v1  ·  JSON UTF-8.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Autenticado: header Authorization: Bearer &lt;accessToken&gt;.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Listagens: { content, page, size, totalElements, totalPages }.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Erro: { timestamp, status, code, message, path, traceId, details[] }.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Códigos frequentes: 401 UNAUTHENTICATED · 403 FORBIDDEN · 404 NOT_FOUND · 409 conflito · 422 regra de negócio.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Catálogo completo e experimentável: http://localhost:8080/swagger-ui.html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Endpoints — autenticação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214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017520"/>
                <a:gridCol w="1188720"/>
                <a:gridCol w="3291840"/>
                <a:gridCol w="292608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Resposta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/auth/register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{name,email,password,role}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201 AuthResponse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/auth/login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{email,password}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AuthResponse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/auth/refresh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{refreshToken}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AuthResponse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/auth/logout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{refreshToken?}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/auth/reset-password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{email,newPassword}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/auth/me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Bearer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UserResponse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Endpoints — diretrizes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214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1371600"/>
                <a:gridCol w="3383280"/>
                <a:gridCol w="246888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Resposta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/guidelines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todos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page,size,q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ApiPage&lt;Guideline&gt;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/guidelines/{id}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todos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GuidelineResponse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/guidelines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{title,content,category,campaign}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201 GuidelineResponse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/guidelines/{id}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mesmo do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GuidelineResponse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/guidelines/{id}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/guidelines/{id}/history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page,size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histórico append-only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Endpoints — ideias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214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2377440"/>
                <a:gridCol w="2560320"/>
                <a:gridCol w="292608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Resposta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/ideas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escopo do papel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status,guidelineId,mine…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ApiPage&lt;Idea&gt;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/ideas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OPERATOR,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{title,description,category,guidelineId?}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201 IdeaResponse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/ideas/{id}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autor ou gestor/líder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/ 404 se não for o autor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/ideas/{id}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OPERATOR autor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mesmo do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· 422 se não PENDING · 409 se tem projeto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/ideas/{id}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OPERATOR autor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204 · mesmos 422/409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/ideas/{id}/status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{status,justification?}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IdeaResponse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Endpoints — projetos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214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017520"/>
                <a:gridCol w="2011680"/>
                <a:gridCol w="3108960"/>
                <a:gridCol w="22860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Resposta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MANAGER,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status,guidelineId…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ApiPage · OPERATOR 403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/projects/{id}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MANAGER,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com roiPercent calculado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/projects/by-idea/{ideaId}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MANAGER,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ou 404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{ideaId}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201 BACKLOG · ideia APPROVED/PRIORITIZED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/projects/{id}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título, status, $ , prazo, guidelineId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· LEADER 403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/projects/{id}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204 · a ideia permanece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Endpoints — dashboard, insight e 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21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017520"/>
                <a:gridCol w="2011680"/>
                <a:gridCol w="2286000"/>
                <a:gridCol w="32004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Resposta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/dashboard/operator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KPIs das próprias ideias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/dashboard/manager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MANAGER,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pendentes, aprovação, barras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/dashboard/leader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ROI, lucro, investimento, prazo,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/dashboard/strategies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from?,to?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retorno por diretriz + “Sem estratégia”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/dashboard/period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from,to obrigatórios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mesmo consolidado no intervalo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/dashboard/rankings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MANAGER,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period=MONTH|ALL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ranking de autores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/insights/daily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autenticado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{id,message} AdviceSlip ou fallback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/ai/insights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{from?,to?} opcional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source=GEMINI|FALLBACK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/ai/insights/latest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último · 404 se nunca gerou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Endpoints — usuários, sugestões, notificações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21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2194560"/>
                <a:gridCol w="3017520"/>
                <a:gridCol w="283464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Resposta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MANAGER,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role,q,page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sem passwordHash · OPERATOR 403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/users/me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autenticado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{name?,email?,avatarUrl?}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200 UserResponse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MANAGER,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{targetUserId,message}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autenticado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page,size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recebidas (op) ou enviadas (gestor/líder)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/notifications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autenticado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até 50 itens montados na hora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Payloads e respostas (exemplos)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AuthResponse: { accessToken, refreshToken, tokenType, expiresIn, user{id,name,email,avatarUrl,role} }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Login: { "email": "lideranca@innovatecorp.com", "password": "lider123" }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GuidelineWrite: { title, content, category≤40, campaign≤80 }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Create/Update ideia: { title, description, category: PROCESS|TECHNOLOGY|SUSTAINABILITY|OTHER, guidelineId? }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Status ideia: { status: APPROVED|REJECTED|PRIORITIZED, justification } — REJECTED exige justification 10–1000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Create projeto: { ideaId }  ·  Update projeto: title, description, status, investmentAmount, obtainedProfit, productivityGainPercent, deadline, guidelineId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ProjectResponse inclui roiPercent = (lucro − investimento) / investimento × 100 se investimento &gt; 0; senão 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AiInsightResponse: { id, content, source, disclaimer, createdAt, basedOn{totalProjects, overallRoiPercent, totalInvestment}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Plus de IA — modelo e funcionalidade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Opção escolhida do enunciado: insight generativo sobre os resultados do dashboard, para a liderança.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Provedor: Google Gemini API (AI Studio / Generative Language), só no backend.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Modelo: gemini-3.6-flash (padrão). Se 404, tenta gemini-3.5-flash-lite. Timeout 12s.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Auth da Google: header x-goog-api-key. GEMINI_API_KEY só em ambiente — nunca na resposta nem no log.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Entrada: JSON agregado (projetos, ROI, investimento, estratégias). Sem e-mail, nome de pessoa ou texto de ideia.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Saída: texto em português (interpretação, concentrações, riscos, recomendações) + disclaimer de que não é auditoria.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Se a Google falhar: HTTP 200 com source=FALLBACK (texto local). OPERATOR e MANAGER: 403. Rate limit 5 / 10 min.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Não implementamos chat com IA nem pontuação automática de ideias. O chat 1:1 do app continua mock.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Como executar (demo)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Mongo: docker start aguia-mongo  (ou docker run -d --name aguia-mongo -p 27017:27017 mongo:7)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API (PowerShell): cd backend → copy .env.example .env → mvn spring-boot:run "-Dspring-boot.run.profiles=local"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Swagger: http://localhost:8080/swagger-ui.html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App: Android Studio neste zip, emulador API 28+. Base URL: http://10.0.2.2:8080/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Contas: operador@innovatecorp.com / oper123  ·  gestor@… / gest123  ·  lideranca@… / lider123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Roteiro: login operador → ideia com diretriz → login gestor → aprovar → projeto → login líder → dashboard + Gerar insight de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